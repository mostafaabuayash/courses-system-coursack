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76" r:id="rId8"/>
    <p:sldId id="262" r:id="rId9"/>
    <p:sldId id="277" r:id="rId10"/>
    <p:sldId id="275" r:id="rId11"/>
    <p:sldId id="268" r:id="rId12"/>
    <p:sldId id="270" r:id="rId13"/>
    <p:sldId id="274" r:id="rId14"/>
  </p:sldIdLst>
  <p:sldSz cx="18288000" cy="10287000"/>
  <p:notesSz cx="6858000" cy="9144000"/>
  <p:embeddedFontLst>
    <p:embeddedFont>
      <p:font typeface="Georgia Pro" panose="020B0604020202020204" charset="0"/>
      <p:regular r:id="rId16"/>
    </p:embeddedFont>
    <p:embeddedFont>
      <p:font typeface="Georgia Pro Light" panose="020B0604020202020204" charset="0"/>
      <p:regular r:id="rId17"/>
    </p:embeddedFont>
    <p:embeddedFont>
      <p:font typeface="Nunito Sans" panose="020B0604020202020204" charset="0"/>
      <p:regular r:id="rId18"/>
    </p:embeddedFont>
    <p:embeddedFont>
      <p:font typeface="Nunito Sans Light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5033" autoAdjust="0"/>
  </p:normalViewPr>
  <p:slideViewPr>
    <p:cSldViewPr>
      <p:cViewPr>
        <p:scale>
          <a:sx n="43" d="100"/>
          <a:sy n="43" d="100"/>
        </p:scale>
        <p:origin x="240" y="5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1407D-EAF3-49DE-84CE-9F379A735463}" type="datetimeFigureOut">
              <a:rPr lang="en-US" smtClean="0"/>
              <a:t>14-12-2025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FF9CB-2218-4205-AF38-5742D6402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FF9CB-2218-4205-AF38-5742D64028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7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25511" y="5334000"/>
            <a:ext cx="15060095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Coursack</a:t>
            </a:r>
          </a:p>
          <a:p>
            <a:pPr algn="l">
              <a:lnSpc>
                <a:spcPts val="15000"/>
              </a:lnSpc>
            </a:pPr>
            <a:r>
              <a:rPr lang="en-US" sz="15000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5511" y="4786313"/>
            <a:ext cx="1506009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3600" u="none" strike="noStrike" spc="-107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Courses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64479" y="8420100"/>
            <a:ext cx="12459703" cy="55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107" dirty="0">
                <a:solidFill>
                  <a:srgbClr val="F94075"/>
                </a:solidFill>
                <a:latin typeface="Nunito Sans"/>
                <a:ea typeface="Nunito Sans"/>
                <a:cs typeface="Nunito Sans"/>
                <a:sym typeface="Nunito Sans"/>
              </a:rPr>
              <a:t>System</a:t>
            </a:r>
          </a:p>
        </p:txBody>
      </p:sp>
      <p:sp>
        <p:nvSpPr>
          <p:cNvPr id="8" name="AutoShape 8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</a:p>
        </p:txBody>
      </p:sp>
      <p:sp>
        <p:nvSpPr>
          <p:cNvPr id="10" name="TextBox 10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893330" y="3313809"/>
            <a:ext cx="3801055" cy="5649690"/>
            <a:chOff x="0" y="0"/>
            <a:chExt cx="1001101" cy="1487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1101" cy="1487984"/>
            </a:xfrm>
            <a:custGeom>
              <a:avLst/>
              <a:gdLst/>
              <a:ahLst/>
              <a:cxnLst/>
              <a:rect l="l" t="t" r="r" b="b"/>
              <a:pathLst>
                <a:path w="1001101" h="1487984">
                  <a:moveTo>
                    <a:pt x="40736" y="0"/>
                  </a:moveTo>
                  <a:lnTo>
                    <a:pt x="960365" y="0"/>
                  </a:lnTo>
                  <a:cubicBezTo>
                    <a:pt x="982863" y="0"/>
                    <a:pt x="1001101" y="18238"/>
                    <a:pt x="1001101" y="40736"/>
                  </a:cubicBezTo>
                  <a:lnTo>
                    <a:pt x="1001101" y="1447249"/>
                  </a:lnTo>
                  <a:cubicBezTo>
                    <a:pt x="1001101" y="1458052"/>
                    <a:pt x="996809" y="1468414"/>
                    <a:pt x="989170" y="1476053"/>
                  </a:cubicBezTo>
                  <a:cubicBezTo>
                    <a:pt x="981530" y="1483692"/>
                    <a:pt x="971169" y="1487984"/>
                    <a:pt x="960365" y="1487984"/>
                  </a:cubicBezTo>
                  <a:lnTo>
                    <a:pt x="40736" y="1487984"/>
                  </a:lnTo>
                  <a:cubicBezTo>
                    <a:pt x="18238" y="1487984"/>
                    <a:pt x="0" y="1469746"/>
                    <a:pt x="0" y="1447249"/>
                  </a:cubicBezTo>
                  <a:lnTo>
                    <a:pt x="0" y="40736"/>
                  </a:lnTo>
                  <a:cubicBezTo>
                    <a:pt x="0" y="18238"/>
                    <a:pt x="18238" y="0"/>
                    <a:pt x="40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9407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01101" cy="152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46885" y="3313809"/>
            <a:ext cx="3801055" cy="5649690"/>
            <a:chOff x="0" y="0"/>
            <a:chExt cx="1001101" cy="14879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01101" cy="1487984"/>
            </a:xfrm>
            <a:custGeom>
              <a:avLst/>
              <a:gdLst/>
              <a:ahLst/>
              <a:cxnLst/>
              <a:rect l="l" t="t" r="r" b="b"/>
              <a:pathLst>
                <a:path w="1001101" h="1487984">
                  <a:moveTo>
                    <a:pt x="40736" y="0"/>
                  </a:moveTo>
                  <a:lnTo>
                    <a:pt x="960365" y="0"/>
                  </a:lnTo>
                  <a:cubicBezTo>
                    <a:pt x="982863" y="0"/>
                    <a:pt x="1001101" y="18238"/>
                    <a:pt x="1001101" y="40736"/>
                  </a:cubicBezTo>
                  <a:lnTo>
                    <a:pt x="1001101" y="1447249"/>
                  </a:lnTo>
                  <a:cubicBezTo>
                    <a:pt x="1001101" y="1458052"/>
                    <a:pt x="996809" y="1468414"/>
                    <a:pt x="989170" y="1476053"/>
                  </a:cubicBezTo>
                  <a:cubicBezTo>
                    <a:pt x="981530" y="1483692"/>
                    <a:pt x="971169" y="1487984"/>
                    <a:pt x="960365" y="1487984"/>
                  </a:cubicBezTo>
                  <a:lnTo>
                    <a:pt x="40736" y="1487984"/>
                  </a:lnTo>
                  <a:cubicBezTo>
                    <a:pt x="18238" y="1487984"/>
                    <a:pt x="0" y="1469746"/>
                    <a:pt x="0" y="1447249"/>
                  </a:cubicBezTo>
                  <a:lnTo>
                    <a:pt x="0" y="40736"/>
                  </a:lnTo>
                  <a:cubicBezTo>
                    <a:pt x="0" y="18238"/>
                    <a:pt x="18238" y="0"/>
                    <a:pt x="40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9407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01101" cy="152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00440" y="3313809"/>
            <a:ext cx="3801055" cy="5649690"/>
            <a:chOff x="0" y="0"/>
            <a:chExt cx="1001101" cy="14879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1101" cy="1487984"/>
            </a:xfrm>
            <a:custGeom>
              <a:avLst/>
              <a:gdLst/>
              <a:ahLst/>
              <a:cxnLst/>
              <a:rect l="l" t="t" r="r" b="b"/>
              <a:pathLst>
                <a:path w="1001101" h="1487984">
                  <a:moveTo>
                    <a:pt x="40736" y="0"/>
                  </a:moveTo>
                  <a:lnTo>
                    <a:pt x="960365" y="0"/>
                  </a:lnTo>
                  <a:cubicBezTo>
                    <a:pt x="982863" y="0"/>
                    <a:pt x="1001101" y="18238"/>
                    <a:pt x="1001101" y="40736"/>
                  </a:cubicBezTo>
                  <a:lnTo>
                    <a:pt x="1001101" y="1447249"/>
                  </a:lnTo>
                  <a:cubicBezTo>
                    <a:pt x="1001101" y="1458052"/>
                    <a:pt x="996809" y="1468414"/>
                    <a:pt x="989170" y="1476053"/>
                  </a:cubicBezTo>
                  <a:cubicBezTo>
                    <a:pt x="981530" y="1483692"/>
                    <a:pt x="971169" y="1487984"/>
                    <a:pt x="960365" y="1487984"/>
                  </a:cubicBezTo>
                  <a:lnTo>
                    <a:pt x="40736" y="1487984"/>
                  </a:lnTo>
                  <a:cubicBezTo>
                    <a:pt x="18238" y="1487984"/>
                    <a:pt x="0" y="1469746"/>
                    <a:pt x="0" y="1447249"/>
                  </a:cubicBezTo>
                  <a:lnTo>
                    <a:pt x="0" y="40736"/>
                  </a:lnTo>
                  <a:cubicBezTo>
                    <a:pt x="0" y="18238"/>
                    <a:pt x="18238" y="0"/>
                    <a:pt x="40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9407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01101" cy="152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86088" y="6402395"/>
            <a:ext cx="281554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Website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39643" y="6402395"/>
            <a:ext cx="281554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Code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93197" y="6433381"/>
            <a:ext cx="281554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Team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88794" y="3576130"/>
            <a:ext cx="2610128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80"/>
              </a:lnSpc>
              <a:spcBef>
                <a:spcPct val="0"/>
              </a:spcBef>
            </a:pPr>
            <a:r>
              <a:rPr lang="en-US" sz="14400" spc="-431">
                <a:solidFill>
                  <a:srgbClr val="F94075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01.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42349" y="3576130"/>
            <a:ext cx="2610128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80"/>
              </a:lnSpc>
              <a:spcBef>
                <a:spcPct val="0"/>
              </a:spcBef>
            </a:pPr>
            <a:r>
              <a:rPr lang="en-US" sz="14400" spc="-431">
                <a:solidFill>
                  <a:srgbClr val="F94075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02.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95904" y="3576130"/>
            <a:ext cx="2610128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80"/>
              </a:lnSpc>
              <a:spcBef>
                <a:spcPct val="0"/>
              </a:spcBef>
            </a:pPr>
            <a:r>
              <a:rPr lang="en-US" sz="14400" spc="-431">
                <a:solidFill>
                  <a:srgbClr val="F94075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03.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88794" y="7734834"/>
            <a:ext cx="2610128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Screenshots From</a:t>
            </a:r>
            <a:b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</a:b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The Website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42349" y="7734834"/>
            <a:ext cx="2610128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Snippets From</a:t>
            </a:r>
            <a:b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</a:b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The Code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95904" y="7734834"/>
            <a:ext cx="2610128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The Project</a:t>
            </a:r>
            <a:b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</a:b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Team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3637" y="1267429"/>
            <a:ext cx="16507551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 spc="-252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Table Of Contents</a:t>
            </a:r>
          </a:p>
        </p:txBody>
      </p:sp>
      <p:sp>
        <p:nvSpPr>
          <p:cNvPr id="25" name="TextBox 25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  <a:endParaRPr lang="en-US" sz="1800" spc="-53" dirty="0">
              <a:solidFill>
                <a:srgbClr val="03286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" name="TextBox 26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2893330" y="5904992"/>
            <a:ext cx="3801055" cy="0"/>
          </a:xfrm>
          <a:prstGeom prst="line">
            <a:avLst/>
          </a:prstGeom>
          <a:ln w="9525" cap="flat">
            <a:solidFill>
              <a:srgbClr val="F940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 flipV="1">
            <a:off x="7646885" y="5904992"/>
            <a:ext cx="3801055" cy="0"/>
          </a:xfrm>
          <a:prstGeom prst="line">
            <a:avLst/>
          </a:prstGeom>
          <a:ln w="9525" cap="flat">
            <a:solidFill>
              <a:srgbClr val="F940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12400440" y="5914517"/>
            <a:ext cx="3801055" cy="0"/>
          </a:xfrm>
          <a:prstGeom prst="line">
            <a:avLst/>
          </a:prstGeom>
          <a:ln w="9525" cap="flat">
            <a:solidFill>
              <a:srgbClr val="F940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976417"/>
            <a:ext cx="28394688" cy="15263417"/>
            <a:chOff x="0" y="0"/>
            <a:chExt cx="7478436" cy="401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78437" cy="4019995"/>
            </a:xfrm>
            <a:custGeom>
              <a:avLst/>
              <a:gdLst/>
              <a:ahLst/>
              <a:cxnLst/>
              <a:rect l="l" t="t" r="r" b="b"/>
              <a:pathLst>
                <a:path w="7478437" h="4019995">
                  <a:moveTo>
                    <a:pt x="0" y="0"/>
                  </a:moveTo>
                  <a:lnTo>
                    <a:pt x="7478437" y="0"/>
                  </a:lnTo>
                  <a:lnTo>
                    <a:pt x="7478437" y="4019995"/>
                  </a:lnTo>
                  <a:lnTo>
                    <a:pt x="0" y="4019995"/>
                  </a:lnTo>
                  <a:close/>
                </a:path>
              </a:pathLst>
            </a:custGeom>
            <a:gradFill rotWithShape="1">
              <a:gsLst>
                <a:gs pos="0">
                  <a:srgbClr val="F94075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478436" cy="4058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  <a:endParaRPr lang="en-US" sz="1800" spc="-53" dirty="0">
              <a:solidFill>
                <a:srgbClr val="03286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" name="TextBox 7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5511" y="5705475"/>
            <a:ext cx="10596985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dirty="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Our Current</a:t>
            </a:r>
            <a:br>
              <a:rPr lang="en-US" sz="12000" dirty="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</a:br>
            <a:r>
              <a:rPr lang="en-US" sz="12000" dirty="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Website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97378" y="7961004"/>
            <a:ext cx="13461922" cy="39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Here are some screenshots from our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6063656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792318" y="1019175"/>
            <a:ext cx="5089824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u="none" strike="noStrike" spc="-252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Welcome To Coursack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58527" y="3779927"/>
            <a:ext cx="5247230" cy="110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Developer‑first platform for building, publishing, and automating online courses.</a:t>
            </a:r>
          </a:p>
        </p:txBody>
      </p:sp>
      <p:sp>
        <p:nvSpPr>
          <p:cNvPr id="11" name="TextBox 11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dirty="0"/>
              <a:t>Coursack</a:t>
            </a:r>
            <a:endParaRPr lang="en-US" sz="1800" spc="-53" dirty="0">
              <a:solidFill>
                <a:srgbClr val="03286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92318" y="5978504"/>
            <a:ext cx="202520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F94075"/>
                </a:solidFill>
                <a:latin typeface="Nunito Sans"/>
                <a:ea typeface="Nunito Sans"/>
                <a:cs typeface="Nunito Sans"/>
                <a:sym typeface="Nunito Sans"/>
              </a:rPr>
              <a:t>Idea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92318" y="7421393"/>
            <a:ext cx="202520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>
                <a:solidFill>
                  <a:srgbClr val="F94075"/>
                </a:solidFill>
                <a:latin typeface="Nunito Sans"/>
                <a:ea typeface="Nunito Sans"/>
                <a:cs typeface="Nunito Sans"/>
                <a:sym typeface="Nunito Sans"/>
              </a:rPr>
              <a:t>Idea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92318" y="8851095"/>
            <a:ext cx="202520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>
                <a:solidFill>
                  <a:srgbClr val="F94075"/>
                </a:solidFill>
                <a:latin typeface="Nunito Sans"/>
                <a:ea typeface="Nunito Sans"/>
                <a:cs typeface="Nunito Sans"/>
                <a:sym typeface="Nunito Sans"/>
              </a:rPr>
              <a:t>Idea 3</a:t>
            </a:r>
          </a:p>
        </p:txBody>
      </p:sp>
      <p:sp>
        <p:nvSpPr>
          <p:cNvPr id="21" name="TextBox 21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58527" y="5892779"/>
            <a:ext cx="15430267" cy="1103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Modular Content Model</a:t>
            </a:r>
          </a:p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Courses → Lessons, reusable components, content versioning and preview.</a:t>
            </a:r>
          </a:p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Speaker note: Explain content of the website and what you offer.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58527" y="7335668"/>
            <a:ext cx="15430265" cy="1103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Teacher &amp; Admin Moderation</a:t>
            </a:r>
          </a:p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Admin panel, teacher panel, courses reviews.</a:t>
            </a:r>
          </a:p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Speaker note: Explain how you offer moderation sides for both the lecturer and the page admin.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8527" y="8777753"/>
            <a:ext cx="15430265" cy="1103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Student Panel</a:t>
            </a:r>
          </a:p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Student account, explore courses, buy courses, upload homework, post reviews on finished courses.</a:t>
            </a:r>
          </a:p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3286A"/>
                </a:solidFill>
                <a:latin typeface="Nunito Sans Light"/>
                <a:ea typeface="Nunito Sans Light"/>
                <a:cs typeface="Nunito Sans Light"/>
                <a:sym typeface="Nunito Sans Light"/>
              </a:rPr>
              <a:t>Speaker note: Explain all parts of the student experience from a customer side.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965C37F-57EC-52E1-F3E7-C313E12DA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65" y="498990"/>
            <a:ext cx="4614454" cy="5736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flipV="1">
            <a:off x="10544973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</a:p>
        </p:txBody>
      </p:sp>
      <p:sp>
        <p:nvSpPr>
          <p:cNvPr id="21" name="TextBox 21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44FC5D-1FE9-ECA4-8D4F-7DEC38B07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642" y="513970"/>
            <a:ext cx="6863359" cy="46295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0998293-40D1-0850-7410-0E052CD9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3946" y="1480626"/>
            <a:ext cx="7325747" cy="73257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E1A8060-F73B-A5F4-56FB-FDBEB9D4F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635" y="5619323"/>
            <a:ext cx="5435373" cy="43572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</a:p>
        </p:txBody>
      </p:sp>
      <p:sp>
        <p:nvSpPr>
          <p:cNvPr id="42" name="TextBox 42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197A7FD-8DE9-49F9-DE91-147C510A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-192556"/>
            <a:ext cx="4467849" cy="442021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889FBC2-74D4-54DF-C889-CD18BEECB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611" y="3257339"/>
            <a:ext cx="4486901" cy="301032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B24947C-75D7-7750-56D0-BA4789D5C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036" y="4762500"/>
            <a:ext cx="4486902" cy="445027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621BB49-70A3-FA98-95A2-72297925F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4097" y="1366363"/>
            <a:ext cx="11507806" cy="6792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1B3E-08AF-8A66-5570-CE01E4E0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FF147C-78A5-CBCC-BD7A-426EC22ED0E8}"/>
              </a:ext>
            </a:extLst>
          </p:cNvPr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A971D0-0A55-6846-A64A-6455A4C2AAD2}"/>
                </a:ext>
              </a:extLst>
            </p:cNvPr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7288F78-DF2C-A978-E029-20338BB174BC}"/>
                </a:ext>
              </a:extLst>
            </p:cNvPr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AutoShape 19">
            <a:extLst>
              <a:ext uri="{FF2B5EF4-FFF2-40B4-BE49-F238E27FC236}">
                <a16:creationId xmlns:a16="http://schemas.microsoft.com/office/drawing/2014/main" id="{60F00181-B3CE-A688-60C9-5CA8F72E74AB}"/>
              </a:ext>
            </a:extLst>
          </p:cNvPr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7980629-4C0B-C485-719F-086EA4BA1839}"/>
              </a:ext>
            </a:extLst>
          </p:cNvPr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976931F-9145-B24E-A221-F6CD52238721}"/>
              </a:ext>
            </a:extLst>
          </p:cNvPr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DD6A5-85BF-8C25-3A56-5F3E48F94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821" y="1943100"/>
            <a:ext cx="8363265" cy="7569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D7571F-C055-06A0-48E5-89C133025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40" y="407473"/>
            <a:ext cx="8316486" cy="4829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CFCC41-96C4-047B-F794-A934EEF62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2037" y="4718072"/>
            <a:ext cx="10688542" cy="5258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0B5A34-83E9-128E-65BB-DC881C1CB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0766" y="0"/>
            <a:ext cx="10755226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57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976417"/>
            <a:ext cx="28394688" cy="15263417"/>
            <a:chOff x="0" y="0"/>
            <a:chExt cx="7478436" cy="401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78437" cy="4019995"/>
            </a:xfrm>
            <a:custGeom>
              <a:avLst/>
              <a:gdLst/>
              <a:ahLst/>
              <a:cxnLst/>
              <a:rect l="l" t="t" r="r" b="b"/>
              <a:pathLst>
                <a:path w="7478437" h="4019995">
                  <a:moveTo>
                    <a:pt x="0" y="0"/>
                  </a:moveTo>
                  <a:lnTo>
                    <a:pt x="7478437" y="0"/>
                  </a:lnTo>
                  <a:lnTo>
                    <a:pt x="7478437" y="4019995"/>
                  </a:lnTo>
                  <a:lnTo>
                    <a:pt x="0" y="4019995"/>
                  </a:lnTo>
                  <a:close/>
                </a:path>
              </a:pathLst>
            </a:custGeom>
            <a:gradFill rotWithShape="1">
              <a:gsLst>
                <a:gs pos="0">
                  <a:srgbClr val="F94075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478436" cy="4058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5511" y="5705475"/>
            <a:ext cx="10596985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dirty="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Code</a:t>
            </a:r>
            <a:br>
              <a:rPr lang="en-US" sz="12000" dirty="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</a:br>
            <a:r>
              <a:rPr lang="en-US" sz="12000" dirty="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Snippets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DB65-8D33-343C-3070-BC0080A5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F5A4265-317E-7D73-7921-EDCC2813435A}"/>
              </a:ext>
            </a:extLst>
          </p:cNvPr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9296C2-797C-CB4E-BF50-80B4CCD045A4}"/>
                </a:ext>
              </a:extLst>
            </p:cNvPr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12FD8B9-C665-52C4-CBA3-D3F123E1CABF}"/>
                </a:ext>
              </a:extLst>
            </p:cNvPr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AutoShape 19">
            <a:extLst>
              <a:ext uri="{FF2B5EF4-FFF2-40B4-BE49-F238E27FC236}">
                <a16:creationId xmlns:a16="http://schemas.microsoft.com/office/drawing/2014/main" id="{842452C0-C109-2F98-1855-5F59B7516250}"/>
              </a:ext>
            </a:extLst>
          </p:cNvPr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9DCC12E4-7397-534F-CC8B-163937E5055A}"/>
              </a:ext>
            </a:extLst>
          </p:cNvPr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1B8AD4CC-0F88-1D4C-8ED7-2101FFBA76B8}"/>
              </a:ext>
            </a:extLst>
          </p:cNvPr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6CA59-74BF-CB36-702F-99E5D5DE7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81" y="0"/>
            <a:ext cx="9703017" cy="9713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472E9-2730-D2E2-4644-D9CF67C7B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-2241"/>
            <a:ext cx="9703015" cy="976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1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E12AA-4CCA-193A-59E7-4960EF07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061E1D-DC78-14CF-2617-3B2E2DAF9B43}"/>
              </a:ext>
            </a:extLst>
          </p:cNvPr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3B98244-05A8-F035-73DA-BB79FBD43CC0}"/>
                </a:ext>
              </a:extLst>
            </p:cNvPr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51D4F9-9B95-6056-73E0-2788FA539162}"/>
                </a:ext>
              </a:extLst>
            </p:cNvPr>
            <p:cNvSpPr txBox="1"/>
            <p:nvPr/>
          </p:nvSpPr>
          <p:spPr>
            <a:xfrm>
              <a:off x="0" y="-38100"/>
              <a:ext cx="7265182" cy="3191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AutoShape 19">
            <a:extLst>
              <a:ext uri="{FF2B5EF4-FFF2-40B4-BE49-F238E27FC236}">
                <a16:creationId xmlns:a16="http://schemas.microsoft.com/office/drawing/2014/main" id="{333C5BFA-A20D-10AC-19C1-5A0403F83C7C}"/>
              </a:ext>
            </a:extLst>
          </p:cNvPr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FD3CCCE6-D1F6-C025-17E9-2CAA93C51CB9}"/>
              </a:ext>
            </a:extLst>
          </p:cNvPr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9C38D0BE-55E6-91C8-3C6A-E8A7FB09AC9A}"/>
              </a:ext>
            </a:extLst>
          </p:cNvPr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3E20D-1BA3-C517-C421-AFC7BDD8A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0"/>
            <a:ext cx="9829796" cy="98408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65AD96-B915-3537-2B8E-7462F6C93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725" y="0"/>
            <a:ext cx="12609169" cy="984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976417"/>
            <a:ext cx="28394688" cy="15263417"/>
            <a:chOff x="0" y="0"/>
            <a:chExt cx="7478436" cy="401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78437" cy="4019995"/>
            </a:xfrm>
            <a:custGeom>
              <a:avLst/>
              <a:gdLst/>
              <a:ahLst/>
              <a:cxnLst/>
              <a:rect l="l" t="t" r="r" b="b"/>
              <a:pathLst>
                <a:path w="7478437" h="4019995">
                  <a:moveTo>
                    <a:pt x="0" y="0"/>
                  </a:moveTo>
                  <a:lnTo>
                    <a:pt x="7478437" y="0"/>
                  </a:lnTo>
                  <a:lnTo>
                    <a:pt x="7478437" y="4019995"/>
                  </a:lnTo>
                  <a:lnTo>
                    <a:pt x="0" y="4019995"/>
                  </a:lnTo>
                  <a:close/>
                </a:path>
              </a:pathLst>
            </a:custGeom>
            <a:gradFill rotWithShape="1">
              <a:gsLst>
                <a:gs pos="0">
                  <a:srgbClr val="F94075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478436" cy="4058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  <a:endParaRPr lang="en-US" sz="1800" spc="-53" dirty="0">
              <a:solidFill>
                <a:srgbClr val="03286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" name="TextBox 7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5511" y="5705475"/>
            <a:ext cx="10596985" cy="143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9600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Timeline</a:t>
            </a:r>
            <a:endParaRPr lang="en-US" sz="12000" dirty="0">
              <a:solidFill>
                <a:srgbClr val="FFFFFF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265182" cy="317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3792495" y="7766888"/>
            <a:ext cx="2980648" cy="43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AbdElhady Mostafa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27152" y="7766888"/>
            <a:ext cx="2980648" cy="44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Mostafa AbuAyash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15600" y="7766888"/>
            <a:ext cx="2980648" cy="43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Mohamed El-Sayed</a:t>
            </a:r>
            <a:endParaRPr lang="en-US" sz="2400" u="none" strike="noStrike" dirty="0">
              <a:solidFill>
                <a:srgbClr val="03286A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704047" y="7766888"/>
            <a:ext cx="2980648" cy="44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Marwan Mohamed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27152" y="8431748"/>
            <a:ext cx="2980648" cy="34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94075"/>
                </a:solidFill>
                <a:latin typeface="Nunito Sans"/>
                <a:ea typeface="Nunito Sans"/>
                <a:cs typeface="Nunito Sans"/>
                <a:sym typeface="Nunito Sans"/>
              </a:rPr>
              <a:t>Leader</a:t>
            </a:r>
          </a:p>
        </p:txBody>
      </p:sp>
      <p:sp>
        <p:nvSpPr>
          <p:cNvPr id="23" name="TextBox 23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  <a:endParaRPr lang="en-US" sz="1800" spc="-53" dirty="0">
              <a:solidFill>
                <a:srgbClr val="03286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" name="TextBox 24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7152" y="1019175"/>
            <a:ext cx="678623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spc="-252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Team Members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687016"/>
            <a:ext cx="27584990" cy="11974016"/>
            <a:chOff x="0" y="0"/>
            <a:chExt cx="7265182" cy="3153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5182" cy="3153650"/>
            </a:xfrm>
            <a:custGeom>
              <a:avLst/>
              <a:gdLst/>
              <a:ahLst/>
              <a:cxnLst/>
              <a:rect l="l" t="t" r="r" b="b"/>
              <a:pathLst>
                <a:path w="7265182" h="3153650">
                  <a:moveTo>
                    <a:pt x="0" y="0"/>
                  </a:moveTo>
                  <a:lnTo>
                    <a:pt x="7265182" y="0"/>
                  </a:lnTo>
                  <a:lnTo>
                    <a:pt x="7265182" y="3153650"/>
                  </a:lnTo>
                  <a:lnTo>
                    <a:pt x="0" y="3153650"/>
                  </a:lnTo>
                  <a:close/>
                </a:path>
              </a:pathLst>
            </a:custGeom>
            <a:gradFill rotWithShape="1">
              <a:gsLst>
                <a:gs pos="0">
                  <a:srgbClr val="C5F1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265182" cy="317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3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70409" y="4048757"/>
            <a:ext cx="556260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u="none" strike="noStrike" spc="-252" dirty="0">
                <a:solidFill>
                  <a:srgbClr val="03286A"/>
                </a:solidFill>
                <a:latin typeface="Georgia Pro"/>
                <a:ea typeface="Georgia Pro"/>
                <a:cs typeface="Georgia Pro"/>
                <a:sym typeface="Georgia Pro"/>
              </a:rPr>
              <a:t>Thank you</a:t>
            </a:r>
          </a:p>
        </p:txBody>
      </p:sp>
      <p:sp>
        <p:nvSpPr>
          <p:cNvPr id="11" name="AutoShape 11"/>
          <p:cNvSpPr/>
          <p:nvPr/>
        </p:nvSpPr>
        <p:spPr>
          <a:xfrm flipH="1" flipV="1">
            <a:off x="803670" y="0"/>
            <a:ext cx="0" cy="10287000"/>
          </a:xfrm>
          <a:prstGeom prst="line">
            <a:avLst/>
          </a:prstGeom>
          <a:ln w="9525" cap="flat">
            <a:solidFill>
              <a:srgbClr val="0328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 rot="-5400000">
            <a:off x="-1848088" y="7586207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Coursack</a:t>
            </a:r>
            <a:endParaRPr lang="en-US" sz="1800" spc="-53" dirty="0">
              <a:solidFill>
                <a:srgbClr val="03286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" name="TextBox 13"/>
          <p:cNvSpPr txBox="1"/>
          <p:nvPr/>
        </p:nvSpPr>
        <p:spPr>
          <a:xfrm rot="-5400000">
            <a:off x="-1848088" y="2515743"/>
            <a:ext cx="44986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53" dirty="0">
                <a:solidFill>
                  <a:srgbClr val="03286A"/>
                </a:solidFill>
                <a:latin typeface="Nunito Sans"/>
                <a:ea typeface="Nunito Sans"/>
                <a:cs typeface="Nunito Sans"/>
                <a:sym typeface="Nunito Sans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202</Words>
  <Application>Microsoft Office PowerPoint</Application>
  <PresentationFormat>Custom</PresentationFormat>
  <Paragraphs>66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Georgia Pro Light</vt:lpstr>
      <vt:lpstr>Calibri</vt:lpstr>
      <vt:lpstr>Nunito Sans Light</vt:lpstr>
      <vt:lpstr>Aptos</vt:lpstr>
      <vt:lpstr>Georgia Pro</vt:lpstr>
      <vt:lpstr>Nunito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Simple Marketing Plan Slides</dc:title>
  <cp:lastModifiedBy>Mostafa 23</cp:lastModifiedBy>
  <cp:revision>3</cp:revision>
  <dcterms:created xsi:type="dcterms:W3CDTF">2006-08-16T00:00:00Z</dcterms:created>
  <dcterms:modified xsi:type="dcterms:W3CDTF">2025-12-14T13:11:26Z</dcterms:modified>
  <dc:identifier>DAG7fMe_rnw</dc:identifier>
</cp:coreProperties>
</file>